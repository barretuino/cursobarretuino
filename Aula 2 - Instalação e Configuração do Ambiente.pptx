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654295" y="1266958"/>
            <a:ext cx="6808362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Preparado o Ambiente de Programação</a:t>
            </a: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C9D36-B223-C723-7EF4-4AACF450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Linguagem de Programação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022BB6-648D-5469-3C18-56834DC8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Baixar a JDK do Java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B038D92-0693-2E1D-BD59-9064D5E6154A}"/>
              </a:ext>
            </a:extLst>
          </p:cNvPr>
          <p:cNvSpPr txBox="1"/>
          <p:nvPr/>
        </p:nvSpPr>
        <p:spPr>
          <a:xfrm>
            <a:off x="1519667" y="2787134"/>
            <a:ext cx="6834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https://jdk.java.net/archive/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0B5E257-C0F9-A473-8668-93471C934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9076" y="1766454"/>
            <a:ext cx="1526514" cy="283931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4643DB0-AD1A-D13C-875B-0A06B844E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126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C4FEC-10BF-D592-A06F-C03630FC1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6AF41-C629-CC4B-5DF2-9898956E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IDE (Ambiente de Desenvolvimento Integrado)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186E7-8B9A-38D2-0210-8B74B9CB6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Eclipse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031B87-D310-DDB7-8222-B59514148EAB}"/>
              </a:ext>
            </a:extLst>
          </p:cNvPr>
          <p:cNvSpPr txBox="1"/>
          <p:nvPr/>
        </p:nvSpPr>
        <p:spPr>
          <a:xfrm>
            <a:off x="1519666" y="2787134"/>
            <a:ext cx="106723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https://www.eclipse.org/downloads/packages/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7FF8CEA-01A4-2D85-477B-D29D1792B9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850" y="2899063"/>
            <a:ext cx="3051464" cy="3051464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04DA517-72DA-4C53-6BEF-B26442CF4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2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D468A-FB0F-9BF6-700B-23B57284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DD968-8E8E-770E-7A75-41625FA9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Controle de 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70CC46-3769-429D-5F44-6EE181950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200" dirty="0"/>
              <a:t>GitHub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FC8B9F0-3387-3BEE-265F-81A843D84B4F}"/>
              </a:ext>
            </a:extLst>
          </p:cNvPr>
          <p:cNvSpPr txBox="1"/>
          <p:nvPr/>
        </p:nvSpPr>
        <p:spPr>
          <a:xfrm>
            <a:off x="1519667" y="2787134"/>
            <a:ext cx="68346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https://github.com/barretuino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94EE901-2772-92EE-4E45-5FEBE5266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037" y="1873811"/>
            <a:ext cx="4041631" cy="1498098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061E9332-A7FA-BA68-8AEE-C3FC27B05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5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54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Íon</vt:lpstr>
      <vt:lpstr>Apresentação do PowerPoint</vt:lpstr>
      <vt:lpstr>Apresentação do PowerPoint</vt:lpstr>
      <vt:lpstr>Linguagem de Programação</vt:lpstr>
      <vt:lpstr>IDE (Ambiente de Desenvolvimento Integrado)</vt:lpstr>
      <vt:lpstr>Controle de Versão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5</cp:revision>
  <dcterms:created xsi:type="dcterms:W3CDTF">2026-05-09T23:28:48Z</dcterms:created>
  <dcterms:modified xsi:type="dcterms:W3CDTF">2026-05-10T01:38:49Z</dcterms:modified>
</cp:coreProperties>
</file>