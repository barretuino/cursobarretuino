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>
        <p:scale>
          <a:sx n="90" d="100"/>
          <a:sy n="90" d="100"/>
        </p:scale>
        <p:origin x="9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Classes Abstratas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Classes Abstratas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Em algumas circunstâncias desejamos orientar como uma classe deve ser implementada, ou melhor, como deve ser a interface de uma certa classe. 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Em outros casos, o modelo representado é tão amplo que certas classes tornam-se por demais gerais, não sendo possível ou razoável que possuam instâncias. Para estes casos dispomos das classes abstratas (</a:t>
            </a:r>
            <a:r>
              <a:rPr lang="pt-BR" altLang="pt-BR" sz="2800" i="1" dirty="0" err="1"/>
              <a:t>abtract</a:t>
            </a:r>
            <a:r>
              <a:rPr lang="pt-BR" altLang="pt-BR" sz="2800" i="1" dirty="0"/>
              <a:t> classes</a:t>
            </a:r>
            <a:r>
              <a:rPr lang="pt-BR" alt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7AA80-201B-E14C-4B48-58361D03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D888F-8DCA-E9ED-7573-34EBBC94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Classes Abstratas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69D3354-0456-D557-C037-B88F19F8B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090A22C-1FE0-0D45-B9AC-DEF972173FCA}"/>
              </a:ext>
            </a:extLst>
          </p:cNvPr>
          <p:cNvSpPr txBox="1"/>
          <p:nvPr/>
        </p:nvSpPr>
        <p:spPr>
          <a:xfrm>
            <a:off x="646112" y="1460787"/>
            <a:ext cx="108455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 dirty="0"/>
              <a:t>Tais classes são denominadas por não permitirem a instanciação, isto é, por não permitirem a criação de objetos do seu tipo.</a:t>
            </a:r>
          </a:p>
          <a:p>
            <a:pPr>
              <a:spcBef>
                <a:spcPct val="50000"/>
              </a:spcBef>
            </a:pPr>
            <a:r>
              <a:rPr lang="pt-BR" altLang="pt-BR" sz="2800" dirty="0"/>
              <a:t>Sendo assim seu uso dirigido para a construção de classes modelo, ou seja, de especificações básicas de classes através do mecanismo de herança.</a:t>
            </a:r>
          </a:p>
          <a:p>
            <a:pPr>
              <a:spcBef>
                <a:spcPct val="50000"/>
              </a:spcBef>
            </a:pP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103794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44916-E9B1-907A-4A68-9E591546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80266-E6AF-12D7-952B-227F7781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Classes Abstratas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6E73BF-3D05-1A29-D981-BDE1DE1AC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6B8CCE-DAEE-4A35-D815-543460C55C92}"/>
              </a:ext>
            </a:extLst>
          </p:cNvPr>
          <p:cNvSpPr txBox="1"/>
          <p:nvPr/>
        </p:nvSpPr>
        <p:spPr>
          <a:xfrm>
            <a:off x="646112" y="1460787"/>
            <a:ext cx="1084551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Uma classe abstrata deve ser estendida, ou seja, deve ser a classe base de outra, mais específica que não puderam ser incluídos na superclasse (abstrata).</a:t>
            </a:r>
          </a:p>
          <a:p>
            <a:pPr algn="just">
              <a:spcBef>
                <a:spcPct val="50000"/>
              </a:spcBef>
            </a:pPr>
            <a:r>
              <a:rPr lang="pt-BR" altLang="pt-BR" sz="2800" dirty="0"/>
              <a:t>Outra possível aplicação das classes abstratas é a criação de um ancestral comum para um conjunto de classes que, se originados desta classe abstrata, poderão ser tratados genericamente através do polimorfismo.</a:t>
            </a:r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200282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B233-AEE4-EDA2-06D4-C43C2C03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9E45B-2288-569E-74D7-540598D7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062440E-71E1-AB8D-352B-B6288C579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AD300-872B-572F-D707-BA9CC5D1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4" t="19264" r="24902" b="70302"/>
          <a:stretch>
            <a:fillRect/>
          </a:stretch>
        </p:blipFill>
        <p:spPr bwMode="auto">
          <a:xfrm>
            <a:off x="852344" y="1695742"/>
            <a:ext cx="9072563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A6BFDC9-E72D-204B-EC46-F3D985900D36}"/>
              </a:ext>
            </a:extLst>
          </p:cNvPr>
          <p:cNvSpPr txBox="1"/>
          <p:nvPr/>
        </p:nvSpPr>
        <p:spPr>
          <a:xfrm>
            <a:off x="852344" y="3637660"/>
            <a:ext cx="10390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pt-BR" altLang="pt-BR" sz="2800" dirty="0"/>
              <a:t>Está é uma classe abstrata que representa qualquer operação matemática. </a:t>
            </a:r>
          </a:p>
        </p:txBody>
      </p:sp>
    </p:spTree>
    <p:extLst>
      <p:ext uri="{BB962C8B-B14F-4D97-AF65-F5344CB8AC3E}">
        <p14:creationId xmlns:p14="http://schemas.microsoft.com/office/powerpoint/2010/main" val="116991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AA71-2BC5-6668-6C66-83F12EB6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146EF-B589-3B12-86B4-7A152CF0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Prático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928C2D-3149-8B1D-6C35-4A04E808A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64F7E0-8B0C-7345-159E-A60C83170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4" t="18248" r="30811" b="55125"/>
          <a:stretch>
            <a:fillRect/>
          </a:stretch>
        </p:blipFill>
        <p:spPr bwMode="auto">
          <a:xfrm>
            <a:off x="1451264" y="1500043"/>
            <a:ext cx="903605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25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D1B2D-829D-8B73-EF02-F4241BE5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3AAE6-0608-DFFA-65BB-F45F605D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Uso com viés Polimórfico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544F9F-EB88-419E-8D1E-8605E675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48F40F26-EC05-03AF-E501-0601E8B48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0" t="18512" r="41145" b="46419"/>
          <a:stretch>
            <a:fillRect/>
          </a:stretch>
        </p:blipFill>
        <p:spPr bwMode="auto">
          <a:xfrm>
            <a:off x="1601425" y="1485613"/>
            <a:ext cx="7740650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920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F33F-5F92-F67B-79E5-C9483ED2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A39A2-F03D-305B-15CB-8AE0A78D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Utilização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BD7EE2-1A64-0303-FD02-C1EC8B8DD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93278A9-A5BC-ABA3-8B0A-14F31EC8CC66}"/>
              </a:ext>
            </a:extLst>
          </p:cNvPr>
          <p:cNvSpPr txBox="1"/>
          <p:nvPr/>
        </p:nvSpPr>
        <p:spPr>
          <a:xfrm>
            <a:off x="646112" y="1460787"/>
            <a:ext cx="1084551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2800" dirty="0"/>
              <a:t>Uma classe abstrata, como qualquer outra, pode conter métodos mas também pode adicionalmente conter métodos abstratos, isto é, métodos que deverão ser implementados em suas subclasses não abstratas.</a:t>
            </a:r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  <a:p>
            <a:pPr algn="just">
              <a:spcBef>
                <a:spcPct val="50000"/>
              </a:spcBef>
            </a:pPr>
            <a:endParaRPr lang="pt-BR" altLang="pt-BR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E93AF1-4E1B-B19D-5A8D-B582DF87A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3" r="50000" b="66733"/>
          <a:stretch>
            <a:fillRect/>
          </a:stretch>
        </p:blipFill>
        <p:spPr bwMode="auto">
          <a:xfrm>
            <a:off x="700373" y="3429000"/>
            <a:ext cx="7828828" cy="312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224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DEBA0-51F2-146F-DE7B-7460C749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28A50-D286-1CD4-EF42-3AB9CA06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Utilização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D617EB-CD89-8C2E-9785-51D3C1878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FADC955-BE70-0110-27DE-0CCDE0A5E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2" t="12309" r="20476" b="62242"/>
          <a:stretch>
            <a:fillRect/>
          </a:stretch>
        </p:blipFill>
        <p:spPr bwMode="auto">
          <a:xfrm>
            <a:off x="646111" y="1464110"/>
            <a:ext cx="8926512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3456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BF7E-489F-D087-9302-F2EAA3B0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12E82-BAE5-7596-2BBC-3D79C712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Considerações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35C241-1C13-EF3F-DC1A-5E2965CF8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86137C90-DB7E-87BD-BDFD-F751AC761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651" y="1412876"/>
            <a:ext cx="1007514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3200" dirty="0"/>
              <a:t>As classes abstratas possuem algumas restrições na declaração de seus métodos: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C102EBF-238E-C729-ED19-F9DD38472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676670"/>
            <a:ext cx="107260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dirty="0"/>
              <a:t>(I) Os métodos estáticos (</a:t>
            </a:r>
            <a:r>
              <a:rPr lang="pt-BR" altLang="pt-BR" sz="3200" i="1" dirty="0" err="1"/>
              <a:t>static</a:t>
            </a:r>
            <a:r>
              <a:rPr lang="pt-BR" altLang="pt-BR" sz="3200" dirty="0"/>
              <a:t>) não podem ser abstratos;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1C7ADC5-4CD5-C0B7-9D68-6A8121AF7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284" y="3546190"/>
            <a:ext cx="79015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dirty="0"/>
              <a:t>(II) Construtores não podem ser abstratos;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E785908E-0278-6C21-7840-DF266E39E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159" y="4411523"/>
            <a:ext cx="95413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dirty="0"/>
              <a:t>(III) Os métodos abstratos não podem ser privados.</a:t>
            </a:r>
          </a:p>
        </p:txBody>
      </p:sp>
    </p:spTree>
    <p:extLst>
      <p:ext uri="{BB962C8B-B14F-4D97-AF65-F5344CB8AC3E}">
        <p14:creationId xmlns:p14="http://schemas.microsoft.com/office/powerpoint/2010/main" val="34688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442</TotalTime>
  <Words>284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Century Gothic</vt:lpstr>
      <vt:lpstr>Wingdings 3</vt:lpstr>
      <vt:lpstr>Íon</vt:lpstr>
      <vt:lpstr>Apresentação do PowerPoint</vt:lpstr>
      <vt:lpstr>Apresentação do PowerPoint</vt:lpstr>
      <vt:lpstr>Classes Abstratas</vt:lpstr>
      <vt:lpstr>Classes Abstratas</vt:lpstr>
      <vt:lpstr>Classes Abstratas</vt:lpstr>
      <vt:lpstr>Prático</vt:lpstr>
      <vt:lpstr>Prático</vt:lpstr>
      <vt:lpstr>Uso com viés Polimórfico</vt:lpstr>
      <vt:lpstr>Utilização</vt:lpstr>
      <vt:lpstr>Utilização</vt:lpstr>
      <vt:lpstr>Considerações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31</cp:revision>
  <dcterms:created xsi:type="dcterms:W3CDTF">2026-05-09T23:28:48Z</dcterms:created>
  <dcterms:modified xsi:type="dcterms:W3CDTF">2026-07-20T22:43:25Z</dcterms:modified>
</cp:coreProperties>
</file>